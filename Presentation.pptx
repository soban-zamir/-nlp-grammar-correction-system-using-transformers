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60" r:id="rId6"/>
    <p:sldId id="265" r:id="rId7"/>
    <p:sldId id="263" r:id="rId8"/>
    <p:sldId id="266" r:id="rId9"/>
    <p:sldId id="267" r:id="rId10"/>
  </p:sldIdLst>
  <p:sldSz cx="14630400" cy="8229600"/>
  <p:notesSz cx="8229600" cy="146304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Bold" panose="00000800000000000000" charset="0"/>
      <p:bold r:id="rId16"/>
    </p:embeddedFont>
    <p:embeddedFont>
      <p:font typeface="Montserrat Light" panose="00000400000000000000" pitchFamily="2" charset="0"/>
      <p:regular r:id="rId17"/>
      <p:italic r:id="rId18"/>
    </p:embeddedFont>
    <p:embeddedFont>
      <p:font typeface="Source Sans 3" panose="020B0604020202020204" charset="0"/>
      <p:regular r:id="rId19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46C08-CD6F-4AB6-86A4-3E731087B412}" v="105" dt="2025-12-22T05:01:11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Soban Zamir" userId="f59459f2-ca40-4125-9d20-cf21b1a2e77e" providerId="ADAL" clId="{A2EB14EA-399F-4047-9AA1-8A6D4502D782}"/>
    <pc:docChg chg="undo custSel addSld delSld modSld sldOrd">
      <pc:chgData name="Muhammad Soban Zamir" userId="f59459f2-ca40-4125-9d20-cf21b1a2e77e" providerId="ADAL" clId="{A2EB14EA-399F-4047-9AA1-8A6D4502D782}" dt="2025-12-22T05:03:18.791" v="2443" actId="20577"/>
      <pc:docMkLst>
        <pc:docMk/>
      </pc:docMkLst>
      <pc:sldChg chg="modSp mod">
        <pc:chgData name="Muhammad Soban Zamir" userId="f59459f2-ca40-4125-9d20-cf21b1a2e77e" providerId="ADAL" clId="{A2EB14EA-399F-4047-9AA1-8A6D4502D782}" dt="2025-12-22T05:03:07.910" v="2442" actId="20577"/>
        <pc:sldMkLst>
          <pc:docMk/>
          <pc:sldMk cId="0" sldId="256"/>
        </pc:sldMkLst>
        <pc:spChg chg="mod">
          <ac:chgData name="Muhammad Soban Zamir" userId="f59459f2-ca40-4125-9d20-cf21b1a2e77e" providerId="ADAL" clId="{A2EB14EA-399F-4047-9AA1-8A6D4502D782}" dt="2025-12-21T14:17:12.647" v="1741" actId="20577"/>
          <ac:spMkLst>
            <pc:docMk/>
            <pc:sldMk cId="0" sldId="256"/>
            <ac:spMk id="15" creationId="{BFD32F0C-0005-5116-1DAD-687696FFB360}"/>
          </ac:spMkLst>
        </pc:spChg>
        <pc:spChg chg="mod">
          <ac:chgData name="Muhammad Soban Zamir" userId="f59459f2-ca40-4125-9d20-cf21b1a2e77e" providerId="ADAL" clId="{A2EB14EA-399F-4047-9AA1-8A6D4502D782}" dt="2025-12-22T05:03:07.910" v="2442" actId="20577"/>
          <ac:spMkLst>
            <pc:docMk/>
            <pc:sldMk cId="0" sldId="256"/>
            <ac:spMk id="19" creationId="{878F17BE-5E5B-7E32-BCD0-5BB3349BC905}"/>
          </ac:spMkLst>
        </pc:spChg>
        <pc:spChg chg="mod">
          <ac:chgData name="Muhammad Soban Zamir" userId="f59459f2-ca40-4125-9d20-cf21b1a2e77e" providerId="ADAL" clId="{A2EB14EA-399F-4047-9AA1-8A6D4502D782}" dt="2025-12-21T14:14:44.186" v="1673" actId="404"/>
          <ac:spMkLst>
            <pc:docMk/>
            <pc:sldMk cId="0" sldId="256"/>
            <ac:spMk id="21" creationId="{6328C629-04EF-3126-E4BB-ADAC305ACCD5}"/>
          </ac:spMkLst>
        </pc:spChg>
        <pc:picChg chg="mod">
          <ac:chgData name="Muhammad Soban Zamir" userId="f59459f2-ca40-4125-9d20-cf21b1a2e77e" providerId="ADAL" clId="{A2EB14EA-399F-4047-9AA1-8A6D4502D782}" dt="2025-12-21T06:01:04.364" v="845" actId="14100"/>
          <ac:picMkLst>
            <pc:docMk/>
            <pc:sldMk cId="0" sldId="256"/>
            <ac:picMk id="18" creationId="{880174D8-D765-EEF6-671F-121A7951C956}"/>
          </ac:picMkLst>
        </pc:picChg>
      </pc:sldChg>
      <pc:sldChg chg="modSp mod">
        <pc:chgData name="Muhammad Soban Zamir" userId="f59459f2-ca40-4125-9d20-cf21b1a2e77e" providerId="ADAL" clId="{A2EB14EA-399F-4047-9AA1-8A6D4502D782}" dt="2025-12-21T14:17:48.479" v="1825" actId="1037"/>
        <pc:sldMkLst>
          <pc:docMk/>
          <pc:sldMk cId="0" sldId="257"/>
        </pc:sldMkLst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4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9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7:48.479" v="1825" actId="103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14:13:52.230" v="1628" actId="40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9.214" v="75" actId="11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9.214" v="75" actId="11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9.214" v="75" actId="11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9.214" v="75" actId="11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3.863" v="72" actId="114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9.214" v="75" actId="11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18:27.244" v="74" actId="1076"/>
          <ac:spMkLst>
            <pc:docMk/>
            <pc:sldMk cId="0" sldId="257"/>
            <ac:spMk id="19" creationId="{F98BFBB4-C48B-58C5-4B79-5FB5629567AE}"/>
          </ac:spMkLst>
        </pc:spChg>
      </pc:sldChg>
      <pc:sldChg chg="addSp delSp modSp mod">
        <pc:chgData name="Muhammad Soban Zamir" userId="f59459f2-ca40-4125-9d20-cf21b1a2e77e" providerId="ADAL" clId="{A2EB14EA-399F-4047-9AA1-8A6D4502D782}" dt="2025-12-21T14:13:17.312" v="1619"/>
        <pc:sldMkLst>
          <pc:docMk/>
          <pc:sldMk cId="0" sldId="258"/>
        </pc:sldMkLst>
        <pc:spChg chg="mod">
          <ac:chgData name="Muhammad Soban Zamir" userId="f59459f2-ca40-4125-9d20-cf21b1a2e77e" providerId="ADAL" clId="{A2EB14EA-399F-4047-9AA1-8A6D4502D782}" dt="2025-12-21T14:13:17.312" v="1619"/>
          <ac:spMkLst>
            <pc:docMk/>
            <pc:sldMk cId="0" sldId="258"/>
            <ac:spMk id="2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3:50.216" v="158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3:50.216" v="158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47:38.714" v="611" actId="10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48:17.272" v="628" actId="1037"/>
          <ac:spMkLst>
            <pc:docMk/>
            <pc:sldMk cId="0" sldId="258"/>
            <ac:spMk id="8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47:38.714" v="611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48:13.662" v="622" actId="1037"/>
          <ac:spMkLst>
            <pc:docMk/>
            <pc:sldMk cId="0" sldId="258"/>
            <ac:spMk id="11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3:58.004" v="161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3:58.004" v="161" actId="478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47:38.714" v="611" actId="10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48:21.612" v="630" actId="1037"/>
          <ac:spMkLst>
            <pc:docMk/>
            <pc:sldMk cId="0" sldId="258"/>
            <ac:spMk id="17" creationId="{00000000-0000-0000-0000-000000000000}"/>
          </ac:spMkLst>
        </pc:spChg>
        <pc:spChg chg="add mod ord">
          <ac:chgData name="Muhammad Soban Zamir" userId="f59459f2-ca40-4125-9d20-cf21b1a2e77e" providerId="ADAL" clId="{A2EB14EA-399F-4047-9AA1-8A6D4502D782}" dt="2025-12-21T05:47:38.714" v="611" actId="1036"/>
          <ac:spMkLst>
            <pc:docMk/>
            <pc:sldMk cId="0" sldId="258"/>
            <ac:spMk id="19" creationId="{468720B1-4AE4-83A9-84DB-2FE1E5B2E459}"/>
          </ac:spMkLst>
        </pc:spChg>
        <pc:spChg chg="add mod ord">
          <ac:chgData name="Muhammad Soban Zamir" userId="f59459f2-ca40-4125-9d20-cf21b1a2e77e" providerId="ADAL" clId="{A2EB14EA-399F-4047-9AA1-8A6D4502D782}" dt="2025-12-21T05:47:38.714" v="611" actId="1036"/>
          <ac:spMkLst>
            <pc:docMk/>
            <pc:sldMk cId="0" sldId="258"/>
            <ac:spMk id="20" creationId="{BD7BE3C4-6DD9-A241-763E-D4C50990B3A1}"/>
          </ac:spMkLst>
        </pc:spChg>
        <pc:spChg chg="add mod ord">
          <ac:chgData name="Muhammad Soban Zamir" userId="f59459f2-ca40-4125-9d20-cf21b1a2e77e" providerId="ADAL" clId="{A2EB14EA-399F-4047-9AA1-8A6D4502D782}" dt="2025-12-21T05:47:38.714" v="611" actId="1036"/>
          <ac:spMkLst>
            <pc:docMk/>
            <pc:sldMk cId="0" sldId="258"/>
            <ac:spMk id="21" creationId="{95FA8A03-983E-8350-C44E-628E14B261F2}"/>
          </ac:spMkLst>
        </pc:spChg>
        <pc:picChg chg="del">
          <ac:chgData name="Muhammad Soban Zamir" userId="f59459f2-ca40-4125-9d20-cf21b1a2e77e" providerId="ADAL" clId="{A2EB14EA-399F-4047-9AA1-8A6D4502D782}" dt="2025-12-21T05:43:50.216" v="158" actId="478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Muhammad Soban Zamir" userId="f59459f2-ca40-4125-9d20-cf21b1a2e77e" providerId="ADAL" clId="{A2EB14EA-399F-4047-9AA1-8A6D4502D782}" dt="2025-12-21T05:47:38.714" v="611" actId="103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Muhammad Soban Zamir" userId="f59459f2-ca40-4125-9d20-cf21b1a2e77e" providerId="ADAL" clId="{A2EB14EA-399F-4047-9AA1-8A6D4502D782}" dt="2025-12-21T05:45:54.196" v="376" actId="1035"/>
          <ac:picMkLst>
            <pc:docMk/>
            <pc:sldMk cId="0" sldId="258"/>
            <ac:picMk id="9" creationId="{00000000-0000-0000-0000-000000000000}"/>
          </ac:picMkLst>
        </pc:picChg>
        <pc:picChg chg="del">
          <ac:chgData name="Muhammad Soban Zamir" userId="f59459f2-ca40-4125-9d20-cf21b1a2e77e" providerId="ADAL" clId="{A2EB14EA-399F-4047-9AA1-8A6D4502D782}" dt="2025-12-21T05:43:58.004" v="161" actId="478"/>
          <ac:picMkLst>
            <pc:docMk/>
            <pc:sldMk cId="0" sldId="258"/>
            <ac:picMk id="12" creationId="{00000000-0000-0000-0000-000000000000}"/>
          </ac:picMkLst>
        </pc:picChg>
        <pc:picChg chg="mod">
          <ac:chgData name="Muhammad Soban Zamir" userId="f59459f2-ca40-4125-9d20-cf21b1a2e77e" providerId="ADAL" clId="{A2EB14EA-399F-4047-9AA1-8A6D4502D782}" dt="2025-12-21T05:45:54.196" v="376" actId="1035"/>
          <ac:picMkLst>
            <pc:docMk/>
            <pc:sldMk cId="0" sldId="258"/>
            <ac:picMk id="15" creationId="{00000000-0000-0000-0000-000000000000}"/>
          </ac:picMkLst>
        </pc:picChg>
      </pc:sldChg>
      <pc:sldChg chg="modSp mod">
        <pc:chgData name="Muhammad Soban Zamir" userId="f59459f2-ca40-4125-9d20-cf21b1a2e77e" providerId="ADAL" clId="{A2EB14EA-399F-4047-9AA1-8A6D4502D782}" dt="2025-12-21T14:18:06.342" v="1848" actId="1035"/>
        <pc:sldMkLst>
          <pc:docMk/>
          <pc:sldMk cId="0" sldId="260"/>
        </pc:sldMkLst>
        <pc:spChg chg="mod">
          <ac:chgData name="Muhammad Soban Zamir" userId="f59459f2-ca40-4125-9d20-cf21b1a2e77e" providerId="ADAL" clId="{A2EB14EA-399F-4047-9AA1-8A6D4502D782}" dt="2025-12-21T14:18:06.342" v="1848" actId="1035"/>
          <ac:spMkLst>
            <pc:docMk/>
            <pc:sldMk cId="0" sldId="260"/>
            <ac:spMk id="2" creationId="{00000000-0000-0000-0000-000000000000}"/>
          </ac:spMkLst>
        </pc:spChg>
      </pc:sldChg>
      <pc:sldChg chg="delSp modSp del mod">
        <pc:chgData name="Muhammad Soban Zamir" userId="f59459f2-ca40-4125-9d20-cf21b1a2e77e" providerId="ADAL" clId="{A2EB14EA-399F-4047-9AA1-8A6D4502D782}" dt="2025-12-21T14:15:06.629" v="1674" actId="47"/>
        <pc:sldMkLst>
          <pc:docMk/>
          <pc:sldMk cId="0" sldId="261"/>
        </pc:sldMkLst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56.082" v="843" actId="1036"/>
          <ac:spMkLst>
            <pc:docMk/>
            <pc:sldMk cId="0" sldId="261"/>
            <ac:spMk id="13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7:00.092" v="442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7:00.092" v="442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7:00.092" v="442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7:00.092" v="442" actId="478"/>
          <ac:spMkLst>
            <pc:docMk/>
            <pc:sldMk cId="0" sldId="261"/>
            <ac:spMk id="18" creationId="{00000000-0000-0000-0000-000000000000}"/>
          </ac:spMkLst>
        </pc:spChg>
      </pc:sldChg>
      <pc:sldChg chg="delSp modSp del mod">
        <pc:chgData name="Muhammad Soban Zamir" userId="f59459f2-ca40-4125-9d20-cf21b1a2e77e" providerId="ADAL" clId="{A2EB14EA-399F-4047-9AA1-8A6D4502D782}" dt="2025-12-21T14:15:18.983" v="1675" actId="47"/>
        <pc:sldMkLst>
          <pc:docMk/>
          <pc:sldMk cId="0" sldId="262"/>
        </pc:sldMkLst>
        <pc:spChg chg="mod">
          <ac:chgData name="Muhammad Soban Zamir" userId="f59459f2-ca40-4125-9d20-cf21b1a2e77e" providerId="ADAL" clId="{A2EB14EA-399F-4047-9AA1-8A6D4502D782}" dt="2025-12-21T05:50:43.914" v="826" actId="1038"/>
          <ac:spMkLst>
            <pc:docMk/>
            <pc:sldMk cId="0" sldId="262"/>
            <ac:spMk id="3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8:48.984" v="631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8:48.984" v="631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8:48.984" v="631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Muhammad Soban Zamir" userId="f59459f2-ca40-4125-9d20-cf21b1a2e77e" providerId="ADAL" clId="{A2EB14EA-399F-4047-9AA1-8A6D4502D782}" dt="2025-12-21T05:48:48.984" v="631" actId="478"/>
          <ac:spMkLst>
            <pc:docMk/>
            <pc:sldMk cId="0" sldId="262"/>
            <ac:spMk id="8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9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uhammad Soban Zamir" userId="f59459f2-ca40-4125-9d20-cf21b1a2e77e" providerId="ADAL" clId="{A2EB14EA-399F-4047-9AA1-8A6D4502D782}" dt="2025-12-21T05:50:35.597" v="814" actId="1035"/>
          <ac:spMkLst>
            <pc:docMk/>
            <pc:sldMk cId="0" sldId="262"/>
            <ac:spMk id="18" creationId="{00000000-0000-0000-0000-000000000000}"/>
          </ac:spMkLst>
        </pc:spChg>
        <pc:picChg chg="del">
          <ac:chgData name="Muhammad Soban Zamir" userId="f59459f2-ca40-4125-9d20-cf21b1a2e77e" providerId="ADAL" clId="{A2EB14EA-399F-4047-9AA1-8A6D4502D782}" dt="2025-12-21T05:50:10.457" v="747" actId="478"/>
          <ac:picMkLst>
            <pc:docMk/>
            <pc:sldMk cId="0" sldId="262"/>
            <ac:picMk id="2" creationId="{00000000-0000-0000-0000-000000000000}"/>
          </ac:picMkLst>
        </pc:picChg>
        <pc:picChg chg="del">
          <ac:chgData name="Muhammad Soban Zamir" userId="f59459f2-ca40-4125-9d20-cf21b1a2e77e" providerId="ADAL" clId="{A2EB14EA-399F-4047-9AA1-8A6D4502D782}" dt="2025-12-21T05:48:48.984" v="631" actId="478"/>
          <ac:picMkLst>
            <pc:docMk/>
            <pc:sldMk cId="0" sldId="262"/>
            <ac:picMk id="6" creationId="{00000000-0000-0000-0000-000000000000}"/>
          </ac:picMkLst>
        </pc:picChg>
        <pc:picChg chg="mod">
          <ac:chgData name="Muhammad Soban Zamir" userId="f59459f2-ca40-4125-9d20-cf21b1a2e77e" providerId="ADAL" clId="{A2EB14EA-399F-4047-9AA1-8A6D4502D782}" dt="2025-12-21T05:50:35.597" v="814" actId="1035"/>
          <ac:picMkLst>
            <pc:docMk/>
            <pc:sldMk cId="0" sldId="262"/>
            <ac:picMk id="11" creationId="{00000000-0000-0000-0000-000000000000}"/>
          </ac:picMkLst>
        </pc:picChg>
        <pc:picChg chg="mod">
          <ac:chgData name="Muhammad Soban Zamir" userId="f59459f2-ca40-4125-9d20-cf21b1a2e77e" providerId="ADAL" clId="{A2EB14EA-399F-4047-9AA1-8A6D4502D782}" dt="2025-12-21T05:50:35.597" v="814" actId="1035"/>
          <ac:picMkLst>
            <pc:docMk/>
            <pc:sldMk cId="0" sldId="262"/>
            <ac:picMk id="16" creationId="{00000000-0000-0000-0000-000000000000}"/>
          </ac:picMkLst>
        </pc:picChg>
      </pc:sldChg>
      <pc:sldChg chg="addSp modSp mod ord">
        <pc:chgData name="Muhammad Soban Zamir" userId="f59459f2-ca40-4125-9d20-cf21b1a2e77e" providerId="ADAL" clId="{A2EB14EA-399F-4047-9AA1-8A6D4502D782}" dt="2025-12-22T03:57:24.840" v="2242"/>
        <pc:sldMkLst>
          <pc:docMk/>
          <pc:sldMk cId="2673575716" sldId="263"/>
        </pc:sldMkLst>
        <pc:spChg chg="mod">
          <ac:chgData name="Muhammad Soban Zamir" userId="f59459f2-ca40-4125-9d20-cf21b1a2e77e" providerId="ADAL" clId="{A2EB14EA-399F-4047-9AA1-8A6D4502D782}" dt="2025-12-22T03:57:21.786" v="2240" actId="1036"/>
          <ac:spMkLst>
            <pc:docMk/>
            <pc:sldMk cId="2673575716" sldId="263"/>
            <ac:spMk id="3" creationId="{D5A11E06-B3F9-B2AC-2F5C-D3CB2F3DFE85}"/>
          </ac:spMkLst>
        </pc:spChg>
        <pc:spChg chg="add mod">
          <ac:chgData name="Muhammad Soban Zamir" userId="f59459f2-ca40-4125-9d20-cf21b1a2e77e" providerId="ADAL" clId="{A2EB14EA-399F-4047-9AA1-8A6D4502D782}" dt="2025-12-22T03:57:16.894" v="2230" actId="1076"/>
          <ac:spMkLst>
            <pc:docMk/>
            <pc:sldMk cId="2673575716" sldId="263"/>
            <ac:spMk id="4" creationId="{3DF38F9F-7769-5C11-DD58-587B599C97D4}"/>
          </ac:spMkLst>
        </pc:spChg>
      </pc:sldChg>
      <pc:sldChg chg="addSp delSp modSp new mod">
        <pc:chgData name="Muhammad Soban Zamir" userId="f59459f2-ca40-4125-9d20-cf21b1a2e77e" providerId="ADAL" clId="{A2EB14EA-399F-4047-9AA1-8A6D4502D782}" dt="2025-12-22T05:03:18.791" v="2443" actId="20577"/>
        <pc:sldMkLst>
          <pc:docMk/>
          <pc:sldMk cId="1568108790" sldId="264"/>
        </pc:sldMkLst>
        <pc:spChg chg="add mod">
          <ac:chgData name="Muhammad Soban Zamir" userId="f59459f2-ca40-4125-9d20-cf21b1a2e77e" providerId="ADAL" clId="{A2EB14EA-399F-4047-9AA1-8A6D4502D782}" dt="2025-12-21T05:20:41.482" v="80"/>
          <ac:spMkLst>
            <pc:docMk/>
            <pc:sldMk cId="1568108790" sldId="264"/>
            <ac:spMk id="2" creationId="{780791B1-E5DD-5A75-FB85-72DCEAB74B7E}"/>
          </ac:spMkLst>
        </pc:spChg>
        <pc:spChg chg="add mod">
          <ac:chgData name="Muhammad Soban Zamir" userId="f59459f2-ca40-4125-9d20-cf21b1a2e77e" providerId="ADAL" clId="{A2EB14EA-399F-4047-9AA1-8A6D4502D782}" dt="2025-12-21T14:14:28.969" v="1670" actId="404"/>
          <ac:spMkLst>
            <pc:docMk/>
            <pc:sldMk cId="1568108790" sldId="264"/>
            <ac:spMk id="3" creationId="{DB9D81A7-BF8A-2C43-9B8B-184F9BF2EA0B}"/>
          </ac:spMkLst>
        </pc:spChg>
        <pc:spChg chg="add">
          <ac:chgData name="Muhammad Soban Zamir" userId="f59459f2-ca40-4125-9d20-cf21b1a2e77e" providerId="ADAL" clId="{A2EB14EA-399F-4047-9AA1-8A6D4502D782}" dt="2025-12-21T06:01:42.582" v="846"/>
          <ac:spMkLst>
            <pc:docMk/>
            <pc:sldMk cId="1568108790" sldId="264"/>
            <ac:spMk id="4" creationId="{D87A01B0-4C59-C24B-8C44-AAED33B37717}"/>
          </ac:spMkLst>
        </pc:spChg>
        <pc:spChg chg="add del mod">
          <ac:chgData name="Muhammad Soban Zamir" userId="f59459f2-ca40-4125-9d20-cf21b1a2e77e" providerId="ADAL" clId="{A2EB14EA-399F-4047-9AA1-8A6D4502D782}" dt="2025-12-21T06:01:49.135" v="849" actId="478"/>
          <ac:spMkLst>
            <pc:docMk/>
            <pc:sldMk cId="1568108790" sldId="264"/>
            <ac:spMk id="5" creationId="{0E3CB06D-8CB6-CF41-5467-412663BE5A2F}"/>
          </ac:spMkLst>
        </pc:spChg>
        <pc:spChg chg="add mod">
          <ac:chgData name="Muhammad Soban Zamir" userId="f59459f2-ca40-4125-9d20-cf21b1a2e77e" providerId="ADAL" clId="{A2EB14EA-399F-4047-9AA1-8A6D4502D782}" dt="2025-12-22T05:03:18.791" v="2443" actId="20577"/>
          <ac:spMkLst>
            <pc:docMk/>
            <pc:sldMk cId="1568108790" sldId="264"/>
            <ac:spMk id="8" creationId="{CD8AC75F-71E6-3509-F61B-648B37F97719}"/>
          </ac:spMkLst>
        </pc:spChg>
        <pc:spChg chg="add mod">
          <ac:chgData name="Muhammad Soban Zamir" userId="f59459f2-ca40-4125-9d20-cf21b1a2e77e" providerId="ADAL" clId="{A2EB14EA-399F-4047-9AA1-8A6D4502D782}" dt="2025-12-21T14:10:40.910" v="1516"/>
          <ac:spMkLst>
            <pc:docMk/>
            <pc:sldMk cId="1568108790" sldId="264"/>
            <ac:spMk id="9" creationId="{6D48F349-C4C1-CAC1-67E3-7D23F67B39A1}"/>
          </ac:spMkLst>
        </pc:spChg>
        <pc:picChg chg="add mod">
          <ac:chgData name="Muhammad Soban Zamir" userId="f59459f2-ca40-4125-9d20-cf21b1a2e77e" providerId="ADAL" clId="{A2EB14EA-399F-4047-9AA1-8A6D4502D782}" dt="2025-12-21T06:10:43.042" v="1398" actId="1035"/>
          <ac:picMkLst>
            <pc:docMk/>
            <pc:sldMk cId="1568108790" sldId="264"/>
            <ac:picMk id="6" creationId="{F60C8AED-3DDB-E440-3D64-59C51AFA5775}"/>
          </ac:picMkLst>
        </pc:picChg>
        <pc:picChg chg="add mod">
          <ac:chgData name="Muhammad Soban Zamir" userId="f59459f2-ca40-4125-9d20-cf21b1a2e77e" providerId="ADAL" clId="{A2EB14EA-399F-4047-9AA1-8A6D4502D782}" dt="2025-12-21T06:04:47.474" v="1149" actId="1036"/>
          <ac:picMkLst>
            <pc:docMk/>
            <pc:sldMk cId="1568108790" sldId="264"/>
            <ac:picMk id="7" creationId="{BB63FC76-E300-755C-6F5A-D281B1537B63}"/>
          </ac:picMkLst>
        </pc:picChg>
      </pc:sldChg>
      <pc:sldChg chg="addSp modSp new mod">
        <pc:chgData name="Muhammad Soban Zamir" userId="f59459f2-ca40-4125-9d20-cf21b1a2e77e" providerId="ADAL" clId="{A2EB14EA-399F-4047-9AA1-8A6D4502D782}" dt="2025-12-21T14:13:02.648" v="1617" actId="20577"/>
        <pc:sldMkLst>
          <pc:docMk/>
          <pc:sldMk cId="1967075705" sldId="265"/>
        </pc:sldMkLst>
        <pc:spChg chg="add mod">
          <ac:chgData name="Muhammad Soban Zamir" userId="f59459f2-ca40-4125-9d20-cf21b1a2e77e" providerId="ADAL" clId="{A2EB14EA-399F-4047-9AA1-8A6D4502D782}" dt="2025-12-21T14:13:02.648" v="1617" actId="20577"/>
          <ac:spMkLst>
            <pc:docMk/>
            <pc:sldMk cId="1967075705" sldId="265"/>
            <ac:spMk id="3" creationId="{8F70D3BE-FD48-6E80-A307-4BCE17AB1E18}"/>
          </ac:spMkLst>
        </pc:spChg>
        <pc:picChg chg="add mod">
          <ac:chgData name="Muhammad Soban Zamir" userId="f59459f2-ca40-4125-9d20-cf21b1a2e77e" providerId="ADAL" clId="{A2EB14EA-399F-4047-9AA1-8A6D4502D782}" dt="2025-12-21T06:11:51.462" v="1414"/>
          <ac:picMkLst>
            <pc:docMk/>
            <pc:sldMk cId="1967075705" sldId="265"/>
            <ac:picMk id="2" creationId="{9DD3063A-40C0-07A7-900D-0A73F701AE1C}"/>
          </ac:picMkLst>
        </pc:picChg>
        <pc:picChg chg="add mod modCrop">
          <ac:chgData name="Muhammad Soban Zamir" userId="f59459f2-ca40-4125-9d20-cf21b1a2e77e" providerId="ADAL" clId="{A2EB14EA-399F-4047-9AA1-8A6D4502D782}" dt="2025-12-21T14:12:42.755" v="1576" actId="1036"/>
          <ac:picMkLst>
            <pc:docMk/>
            <pc:sldMk cId="1967075705" sldId="265"/>
            <ac:picMk id="4" creationId="{FF0ABE7D-4128-8100-29DB-E2FE2FCAC077}"/>
          </ac:picMkLst>
        </pc:picChg>
      </pc:sldChg>
      <pc:sldChg chg="new del">
        <pc:chgData name="Muhammad Soban Zamir" userId="f59459f2-ca40-4125-9d20-cf21b1a2e77e" providerId="ADAL" clId="{A2EB14EA-399F-4047-9AA1-8A6D4502D782}" dt="2025-12-21T14:15:20.899" v="1676" actId="47"/>
        <pc:sldMkLst>
          <pc:docMk/>
          <pc:sldMk cId="1030305472" sldId="266"/>
        </pc:sldMkLst>
      </pc:sldChg>
      <pc:sldChg chg="addSp delSp modSp add mod ord">
        <pc:chgData name="Muhammad Soban Zamir" userId="f59459f2-ca40-4125-9d20-cf21b1a2e77e" providerId="ADAL" clId="{A2EB14EA-399F-4047-9AA1-8A6D4502D782}" dt="2025-12-22T03:58:16.650" v="2274" actId="1035"/>
        <pc:sldMkLst>
          <pc:docMk/>
          <pc:sldMk cId="2824258611" sldId="266"/>
        </pc:sldMkLst>
        <pc:spChg chg="mod">
          <ac:chgData name="Muhammad Soban Zamir" userId="f59459f2-ca40-4125-9d20-cf21b1a2e77e" providerId="ADAL" clId="{A2EB14EA-399F-4047-9AA1-8A6D4502D782}" dt="2025-12-21T14:39:28.258" v="2075" actId="1036"/>
          <ac:spMkLst>
            <pc:docMk/>
            <pc:sldMk cId="2824258611" sldId="266"/>
            <ac:spMk id="3" creationId="{F86EC7C8-BB72-5CD0-5FD7-7BA6100F7D6B}"/>
          </ac:spMkLst>
        </pc:spChg>
        <pc:spChg chg="add mod">
          <ac:chgData name="Muhammad Soban Zamir" userId="f59459f2-ca40-4125-9d20-cf21b1a2e77e" providerId="ADAL" clId="{A2EB14EA-399F-4047-9AA1-8A6D4502D782}" dt="2025-12-22T03:58:16.650" v="2274" actId="1035"/>
          <ac:spMkLst>
            <pc:docMk/>
            <pc:sldMk cId="2824258611" sldId="266"/>
            <ac:spMk id="5" creationId="{88939D04-0E11-095B-125D-0EB6EEC2F139}"/>
          </ac:spMkLst>
        </pc:spChg>
        <pc:picChg chg="add mod">
          <ac:chgData name="Muhammad Soban Zamir" userId="f59459f2-ca40-4125-9d20-cf21b1a2e77e" providerId="ADAL" clId="{A2EB14EA-399F-4047-9AA1-8A6D4502D782}" dt="2025-12-21T14:39:41.675" v="2085" actId="1035"/>
          <ac:picMkLst>
            <pc:docMk/>
            <pc:sldMk cId="2824258611" sldId="266"/>
            <ac:picMk id="6" creationId="{FD9DB8CB-EE76-A115-0714-E8CCD84730F1}"/>
          </ac:picMkLst>
        </pc:picChg>
        <pc:picChg chg="add mod">
          <ac:chgData name="Muhammad Soban Zamir" userId="f59459f2-ca40-4125-9d20-cf21b1a2e77e" providerId="ADAL" clId="{A2EB14EA-399F-4047-9AA1-8A6D4502D782}" dt="2025-12-21T14:39:41.675" v="2085" actId="1035"/>
          <ac:picMkLst>
            <pc:docMk/>
            <pc:sldMk cId="2824258611" sldId="266"/>
            <ac:picMk id="1026" creationId="{FBB03120-0053-D2CC-1447-07369AF1CA77}"/>
          </ac:picMkLst>
        </pc:picChg>
        <pc:picChg chg="add mod">
          <ac:chgData name="Muhammad Soban Zamir" userId="f59459f2-ca40-4125-9d20-cf21b1a2e77e" providerId="ADAL" clId="{A2EB14EA-399F-4047-9AA1-8A6D4502D782}" dt="2025-12-21T14:39:41.675" v="2085" actId="1035"/>
          <ac:picMkLst>
            <pc:docMk/>
            <pc:sldMk cId="2824258611" sldId="266"/>
            <ac:picMk id="1028" creationId="{6426D745-8231-5903-FB65-77E4F95DB431}"/>
          </ac:picMkLst>
        </pc:picChg>
        <pc:picChg chg="add del">
          <ac:chgData name="Muhammad Soban Zamir" userId="f59459f2-ca40-4125-9d20-cf21b1a2e77e" providerId="ADAL" clId="{A2EB14EA-399F-4047-9AA1-8A6D4502D782}" dt="2025-12-21T14:37:51.919" v="1987" actId="478"/>
          <ac:picMkLst>
            <pc:docMk/>
            <pc:sldMk cId="2824258611" sldId="266"/>
            <ac:picMk id="1030" creationId="{B42FBB66-5A52-0368-AD51-5A8ED9F2C00D}"/>
          </ac:picMkLst>
        </pc:picChg>
      </pc:sldChg>
      <pc:sldChg chg="new del">
        <pc:chgData name="Muhammad Soban Zamir" userId="f59459f2-ca40-4125-9d20-cf21b1a2e77e" providerId="ADAL" clId="{A2EB14EA-399F-4047-9AA1-8A6D4502D782}" dt="2025-12-21T14:39:53.878" v="2087" actId="47"/>
        <pc:sldMkLst>
          <pc:docMk/>
          <pc:sldMk cId="686662182" sldId="267"/>
        </pc:sldMkLst>
      </pc:sldChg>
      <pc:sldChg chg="new del">
        <pc:chgData name="Muhammad Soban Zamir" userId="f59459f2-ca40-4125-9d20-cf21b1a2e77e" providerId="ADAL" clId="{A2EB14EA-399F-4047-9AA1-8A6D4502D782}" dt="2025-12-22T03:57:33.433" v="2244" actId="2696"/>
        <pc:sldMkLst>
          <pc:docMk/>
          <pc:sldMk cId="1547486973" sldId="267"/>
        </pc:sldMkLst>
      </pc:sldChg>
      <pc:sldChg chg="addSp modSp new mod ord">
        <pc:chgData name="Muhammad Soban Zamir" userId="f59459f2-ca40-4125-9d20-cf21b1a2e77e" providerId="ADAL" clId="{A2EB14EA-399F-4047-9AA1-8A6D4502D782}" dt="2025-12-22T03:58:33.181" v="2374" actId="1035"/>
        <pc:sldMkLst>
          <pc:docMk/>
          <pc:sldMk cId="3709411186" sldId="267"/>
        </pc:sldMkLst>
        <pc:spChg chg="add mod">
          <ac:chgData name="Muhammad Soban Zamir" userId="f59459f2-ca40-4125-9d20-cf21b1a2e77e" providerId="ADAL" clId="{A2EB14EA-399F-4047-9AA1-8A6D4502D782}" dt="2025-12-22T03:58:33.181" v="2374" actId="1035"/>
          <ac:spMkLst>
            <pc:docMk/>
            <pc:sldMk cId="3709411186" sldId="267"/>
            <ac:spMk id="3" creationId="{E8F94024-D1FF-9C62-9662-EF2A8E8A7106}"/>
          </ac:spMkLst>
        </pc:spChg>
        <pc:picChg chg="add mod">
          <ac:chgData name="Muhammad Soban Zamir" userId="f59459f2-ca40-4125-9d20-cf21b1a2e77e" providerId="ADAL" clId="{A2EB14EA-399F-4047-9AA1-8A6D4502D782}" dt="2025-12-22T03:57:43.841" v="2248"/>
          <ac:picMkLst>
            <pc:docMk/>
            <pc:sldMk cId="3709411186" sldId="267"/>
            <ac:picMk id="2" creationId="{001D9C10-43BE-ADCF-5D12-81710D5985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54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k.linkedin.com/in/sobanzamir" TargetMode="External"/><Relationship Id="rId4" Type="http://schemas.openxmlformats.org/officeDocument/2006/relationships/hyperlink" Target="https://www.linkedin.com/in/muhammad-sadiq-amin-phd-b8659b25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umerthedeveloper/" TargetMode="External"/><Relationship Id="rId4" Type="http://schemas.openxmlformats.org/officeDocument/2006/relationships/hyperlink" Target="https://pk.linkedin.com/in/sobanzami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coursera.org/learn/nlp-sequence-models" TargetMode="External"/><Relationship Id="rId7" Type="http://schemas.openxmlformats.org/officeDocument/2006/relationships/hyperlink" Target="https://www.coursera.org/learn/generative-ai-engineering-and-fine-tuning-transformer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coursera.org/learn/generative-ai-language-modeling-with-transformers" TargetMode="External"/><Relationship Id="rId5" Type="http://schemas.openxmlformats.org/officeDocument/2006/relationships/hyperlink" Target="https://www.coursera.org/learn/generative-ai-llm-architecture-data-preparation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s://www.coursera.org/learn/gen-ai-foundational-models-for-nlp-and-language-understanding" TargetMode="Externa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BFD32F0C-0005-5116-1DAD-687696FFB360}"/>
              </a:ext>
            </a:extLst>
          </p:cNvPr>
          <p:cNvSpPr/>
          <p:nvPr/>
        </p:nvSpPr>
        <p:spPr>
          <a:xfrm>
            <a:off x="-5080" y="3278085"/>
            <a:ext cx="14635480" cy="496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875"/>
              </a:lnSpc>
            </a:pPr>
            <a:r>
              <a:rPr lang="en-US" sz="4000" b="1" dirty="0">
                <a:latin typeface="Montserrat Bold"/>
                <a:ea typeface="Gelasio Semi Bold" pitchFamily="34" charset="-122"/>
                <a:cs typeface="Gelasio Semi Bold" pitchFamily="34" charset="-120"/>
              </a:rPr>
              <a:t>CS-470: MACHINE LEARNING</a:t>
            </a:r>
          </a:p>
        </p:txBody>
      </p:sp>
      <p:pic>
        <p:nvPicPr>
          <p:cNvPr id="18" name="Picture 17" descr="A blue and white logo&#10;&#10;AI-generated content may be incorrect.">
            <a:extLst>
              <a:ext uri="{FF2B5EF4-FFF2-40B4-BE49-F238E27FC236}">
                <a16:creationId xmlns:a16="http://schemas.microsoft.com/office/drawing/2014/main" id="{880174D8-D765-EEF6-671F-121A7951C9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17" y="292506"/>
            <a:ext cx="2394285" cy="23353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78F17BE-5E5B-7E32-BCD0-5BB3349BC905}"/>
              </a:ext>
            </a:extLst>
          </p:cNvPr>
          <p:cNvSpPr txBox="1"/>
          <p:nvPr/>
        </p:nvSpPr>
        <p:spPr>
          <a:xfrm>
            <a:off x="277418" y="5630023"/>
            <a:ext cx="100567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Montserrat Bold"/>
              </a:rPr>
              <a:t>Faculty Sponsor: 		</a:t>
            </a:r>
            <a:r>
              <a:rPr lang="en-US" sz="2400" dirty="0">
                <a:latin typeface="Montserrat" panose="00000500000000000000" pitchFamily="2" charset="0"/>
                <a:hlinkClick r:id="rId4"/>
              </a:rPr>
              <a:t>Dr. Sadiq Amin</a:t>
            </a:r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b="1" dirty="0">
                <a:latin typeface="Montserrat Bold"/>
              </a:rPr>
              <a:t>Student: 			</a:t>
            </a:r>
            <a:r>
              <a:rPr lang="en-US" sz="2400" dirty="0">
                <a:latin typeface="Montserrat" panose="00000500000000000000" pitchFamily="2" charset="0"/>
                <a:hlinkClick r:id="rId5"/>
              </a:rPr>
              <a:t>Muhammad Soban Zamir</a:t>
            </a:r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dirty="0">
                <a:latin typeface="Montserrat" panose="00000500000000000000" pitchFamily="2" charset="0"/>
              </a:rPr>
              <a:t>				</a:t>
            </a:r>
            <a:endParaRPr lang="en-PK" sz="2400" dirty="0">
              <a:latin typeface="Montserrat" panose="00000500000000000000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6328C629-04EF-3126-E4BB-ADAC305ACCD5}"/>
              </a:ext>
            </a:extLst>
          </p:cNvPr>
          <p:cNvSpPr/>
          <p:nvPr/>
        </p:nvSpPr>
        <p:spPr>
          <a:xfrm>
            <a:off x="-22886" y="3816072"/>
            <a:ext cx="14615707" cy="496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800" dirty="0">
                <a:latin typeface="Montserrat" panose="00000500000000000000" pitchFamily="2" charset="0"/>
              </a:rPr>
              <a:t>Transformer Based Grammar Aid</a:t>
            </a:r>
            <a:endParaRPr lang="en-PK" sz="2800" dirty="0">
              <a:effectLst/>
              <a:latin typeface="Montserrat" panose="00000500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8CB79A-FFB7-FA0E-933D-D01BB12862B2}"/>
              </a:ext>
            </a:extLst>
          </p:cNvPr>
          <p:cNvSpPr/>
          <p:nvPr/>
        </p:nvSpPr>
        <p:spPr>
          <a:xfrm>
            <a:off x="12571516" y="7567865"/>
            <a:ext cx="2021305" cy="6015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0791B1-E5DD-5A75-FB85-72DCEAB74B7E}"/>
              </a:ext>
            </a:extLst>
          </p:cNvPr>
          <p:cNvSpPr/>
          <p:nvPr/>
        </p:nvSpPr>
        <p:spPr>
          <a:xfrm>
            <a:off x="12571516" y="7567865"/>
            <a:ext cx="2021305" cy="6015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B9D81A7-BF8A-2C43-9B8B-184F9BF2EA0B}"/>
              </a:ext>
            </a:extLst>
          </p:cNvPr>
          <p:cNvSpPr/>
          <p:nvPr/>
        </p:nvSpPr>
        <p:spPr>
          <a:xfrm>
            <a:off x="67112" y="1040210"/>
            <a:ext cx="14635480" cy="496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875"/>
              </a:lnSpc>
            </a:pPr>
            <a:r>
              <a:rPr lang="en-US" sz="4000" b="1" dirty="0">
                <a:latin typeface="Montserrat Bold"/>
                <a:ea typeface="Gelasio Semi Bold" pitchFamily="34" charset="-122"/>
                <a:cs typeface="Gelasio Semi Bold" pitchFamily="34" charset="-120"/>
              </a:rPr>
              <a:t>COLLABORATORS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C8AED-3DDB-E440-3D64-59C51AFA5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59" y="4725067"/>
            <a:ext cx="3806213" cy="2119917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BB63FC76-E300-755C-6F5A-D281B1537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39" y="2644329"/>
            <a:ext cx="1656883" cy="1616072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CD8AC75F-71E6-3509-F61B-648B37F97719}"/>
              </a:ext>
            </a:extLst>
          </p:cNvPr>
          <p:cNvSpPr/>
          <p:nvPr/>
        </p:nvSpPr>
        <p:spPr>
          <a:xfrm>
            <a:off x="3282573" y="3225283"/>
            <a:ext cx="11633578" cy="496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Montserrat" panose="00000500000000000000" pitchFamily="2" charset="0"/>
                <a:hlinkClick r:id="rId4"/>
              </a:rPr>
              <a:t>Muhammad Soban Zamir</a:t>
            </a:r>
            <a:r>
              <a:rPr lang="en-US" sz="2000" b="1" dirty="0">
                <a:latin typeface="Montserrat" panose="00000500000000000000" pitchFamily="2" charset="0"/>
              </a:rPr>
              <a:t>			</a:t>
            </a:r>
            <a:r>
              <a:rPr lang="en-US" sz="2000" dirty="0">
                <a:latin typeface="Montserrat" panose="00000500000000000000" pitchFamily="2" charset="0"/>
              </a:rPr>
              <a:t>(Electrical Engineering, Class of 2028) </a:t>
            </a:r>
            <a:r>
              <a:rPr lang="en-US" sz="2000" b="1" dirty="0">
                <a:latin typeface="Montserrat" panose="00000500000000000000" pitchFamily="2" charset="0"/>
              </a:rPr>
              <a:t>	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6D48F349-C4C1-CAC1-67E3-7D23F67B39A1}"/>
              </a:ext>
            </a:extLst>
          </p:cNvPr>
          <p:cNvSpPr/>
          <p:nvPr/>
        </p:nvSpPr>
        <p:spPr>
          <a:xfrm>
            <a:off x="3282573" y="5513771"/>
            <a:ext cx="11595999" cy="496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Montserrat" panose="00000500000000000000" pitchFamily="2" charset="0"/>
                <a:hlinkClick r:id="rId5"/>
              </a:rPr>
              <a:t>Muhammad Umer Hassan</a:t>
            </a:r>
            <a:r>
              <a:rPr lang="en-US" sz="2000" b="1" dirty="0">
                <a:latin typeface="Montserrat" panose="00000500000000000000" pitchFamily="2" charset="0"/>
              </a:rPr>
              <a:t>			</a:t>
            </a:r>
            <a:r>
              <a:rPr lang="en-US" sz="2000" dirty="0">
                <a:latin typeface="Montserrat" panose="00000500000000000000" pitchFamily="2" charset="0"/>
              </a:rPr>
              <a:t>(Computer Engineering, Class of 2028)</a:t>
            </a:r>
            <a:endParaRPr lang="en-PK" sz="2000" dirty="0"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10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5998" y="1743087"/>
            <a:ext cx="4881014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899685" y="2933534"/>
            <a:ext cx="114895" cy="114895"/>
          </a:xfrm>
          <a:prstGeom prst="roundRect">
            <a:avLst>
              <a:gd name="adj" fmla="val 39792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PK" sz="2000" i="1"/>
          </a:p>
        </p:txBody>
      </p:sp>
      <p:sp>
        <p:nvSpPr>
          <p:cNvPr id="5" name="Text 2"/>
          <p:cNvSpPr/>
          <p:nvPr/>
        </p:nvSpPr>
        <p:spPr>
          <a:xfrm>
            <a:off x="2244490" y="2818579"/>
            <a:ext cx="3750820" cy="1035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frequently make grammar mistakes in English writing.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899685" y="4110778"/>
            <a:ext cx="114895" cy="114895"/>
          </a:xfrm>
          <a:prstGeom prst="roundRect">
            <a:avLst>
              <a:gd name="adj" fmla="val 39792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PK" sz="2000" i="1"/>
          </a:p>
        </p:txBody>
      </p:sp>
      <p:sp>
        <p:nvSpPr>
          <p:cNvPr id="9" name="Text 6"/>
          <p:cNvSpPr/>
          <p:nvPr/>
        </p:nvSpPr>
        <p:spPr>
          <a:xfrm>
            <a:off x="2244489" y="3995823"/>
            <a:ext cx="3750821" cy="69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Commercial tools are closed-source and lack explanations.</a:t>
            </a:r>
            <a:endParaRPr lang="en-US" sz="2000" i="1" dirty="0"/>
          </a:p>
        </p:txBody>
      </p:sp>
      <p:sp>
        <p:nvSpPr>
          <p:cNvPr id="10" name="Shape 7"/>
          <p:cNvSpPr/>
          <p:nvPr/>
        </p:nvSpPr>
        <p:spPr>
          <a:xfrm>
            <a:off x="1899685" y="5260803"/>
            <a:ext cx="114895" cy="114895"/>
          </a:xfrm>
          <a:prstGeom prst="roundRect">
            <a:avLst>
              <a:gd name="adj" fmla="val 39792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PK" sz="2000" i="1"/>
          </a:p>
        </p:txBody>
      </p:sp>
      <p:sp>
        <p:nvSpPr>
          <p:cNvPr id="11" name="Text 8"/>
          <p:cNvSpPr/>
          <p:nvPr/>
        </p:nvSpPr>
        <p:spPr>
          <a:xfrm>
            <a:off x="2244490" y="5145848"/>
            <a:ext cx="3750820" cy="1035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 for an educational, accessible grammar correction system.</a:t>
            </a:r>
            <a:endParaRPr lang="en-US" sz="2000" i="1" dirty="0"/>
          </a:p>
        </p:txBody>
      </p:sp>
      <p:sp>
        <p:nvSpPr>
          <p:cNvPr id="12" name="Text 9"/>
          <p:cNvSpPr/>
          <p:nvPr/>
        </p:nvSpPr>
        <p:spPr>
          <a:xfrm>
            <a:off x="7983084" y="1755116"/>
            <a:ext cx="5785616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8068812" y="2945566"/>
            <a:ext cx="114895" cy="114895"/>
          </a:xfrm>
          <a:prstGeom prst="roundRect">
            <a:avLst>
              <a:gd name="adj" fmla="val 39792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PK" sz="2000" i="1"/>
          </a:p>
        </p:txBody>
      </p:sp>
      <p:sp>
        <p:nvSpPr>
          <p:cNvPr id="14" name="Text 11"/>
          <p:cNvSpPr/>
          <p:nvPr/>
        </p:nvSpPr>
        <p:spPr>
          <a:xfrm>
            <a:off x="8413617" y="2830611"/>
            <a:ext cx="3141702" cy="69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Transformer-based grammar correction system.</a:t>
            </a:r>
            <a:endParaRPr lang="en-US" sz="2000" i="1" dirty="0"/>
          </a:p>
        </p:txBody>
      </p:sp>
      <p:sp>
        <p:nvSpPr>
          <p:cNvPr id="15" name="Shape 12"/>
          <p:cNvSpPr/>
          <p:nvPr/>
        </p:nvSpPr>
        <p:spPr>
          <a:xfrm>
            <a:off x="8068812" y="4095590"/>
            <a:ext cx="114895" cy="114895"/>
          </a:xfrm>
          <a:prstGeom prst="roundRect">
            <a:avLst>
              <a:gd name="adj" fmla="val 39792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PK" sz="2000" i="1"/>
          </a:p>
        </p:txBody>
      </p:sp>
      <p:sp>
        <p:nvSpPr>
          <p:cNvPr id="16" name="Text 13"/>
          <p:cNvSpPr/>
          <p:nvPr/>
        </p:nvSpPr>
        <p:spPr>
          <a:xfrm>
            <a:off x="8413617" y="3980636"/>
            <a:ext cx="3141702" cy="69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corrects errors and provides explanations.</a:t>
            </a:r>
            <a:endParaRPr lang="en-US" sz="2000" i="1" dirty="0"/>
          </a:p>
        </p:txBody>
      </p:sp>
      <p:sp>
        <p:nvSpPr>
          <p:cNvPr id="17" name="Shape 14"/>
          <p:cNvSpPr/>
          <p:nvPr/>
        </p:nvSpPr>
        <p:spPr>
          <a:xfrm>
            <a:off x="8068812" y="5245615"/>
            <a:ext cx="114895" cy="114895"/>
          </a:xfrm>
          <a:prstGeom prst="roundRect">
            <a:avLst>
              <a:gd name="adj" fmla="val 39792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PK" sz="2000" i="1"/>
          </a:p>
        </p:txBody>
      </p:sp>
      <p:sp>
        <p:nvSpPr>
          <p:cNvPr id="18" name="Text 15"/>
          <p:cNvSpPr/>
          <p:nvPr/>
        </p:nvSpPr>
        <p:spPr>
          <a:xfrm>
            <a:off x="8413617" y="5130660"/>
            <a:ext cx="3141702" cy="69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entirely on Google Colab for accessibility.</a:t>
            </a:r>
            <a:endParaRPr lang="en-US" sz="2000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BFBB4-C48B-58C5-4B79-5FB5629567AE}"/>
              </a:ext>
            </a:extLst>
          </p:cNvPr>
          <p:cNvSpPr/>
          <p:nvPr/>
        </p:nvSpPr>
        <p:spPr>
          <a:xfrm>
            <a:off x="12571516" y="7567865"/>
            <a:ext cx="2021305" cy="6015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9">
            <a:extLst>
              <a:ext uri="{FF2B5EF4-FFF2-40B4-BE49-F238E27FC236}">
                <a16:creationId xmlns:a16="http://schemas.microsoft.com/office/drawing/2014/main" id="{95FA8A03-983E-8350-C44E-628E14B261F2}"/>
              </a:ext>
            </a:extLst>
          </p:cNvPr>
          <p:cNvSpPr/>
          <p:nvPr/>
        </p:nvSpPr>
        <p:spPr>
          <a:xfrm>
            <a:off x="3617414" y="2538998"/>
            <a:ext cx="7843242" cy="1115020"/>
          </a:xfrm>
          <a:prstGeom prst="roundRect">
            <a:avLst>
              <a:gd name="adj" fmla="val 984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BD7BE3C4-6DD9-A241-763E-D4C50990B3A1}"/>
              </a:ext>
            </a:extLst>
          </p:cNvPr>
          <p:cNvSpPr/>
          <p:nvPr/>
        </p:nvSpPr>
        <p:spPr>
          <a:xfrm>
            <a:off x="3619251" y="3895909"/>
            <a:ext cx="7843242" cy="1115020"/>
          </a:xfrm>
          <a:prstGeom prst="roundRect">
            <a:avLst>
              <a:gd name="adj" fmla="val 984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68720B1-4AE4-83A9-84DB-2FE1E5B2E459}"/>
              </a:ext>
            </a:extLst>
          </p:cNvPr>
          <p:cNvSpPr/>
          <p:nvPr/>
        </p:nvSpPr>
        <p:spPr>
          <a:xfrm>
            <a:off x="3621089" y="5351972"/>
            <a:ext cx="7843242" cy="1115020"/>
          </a:xfrm>
          <a:prstGeom prst="roundRect">
            <a:avLst>
              <a:gd name="adj" fmla="val 984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2" name="Text 0"/>
          <p:cNvSpPr/>
          <p:nvPr/>
        </p:nvSpPr>
        <p:spPr>
          <a:xfrm>
            <a:off x="0" y="982589"/>
            <a:ext cx="14630400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TECHNOLOGIES USED</a:t>
            </a:r>
            <a:endParaRPr lang="en-US" sz="4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2363" y="4135332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8979" y="4172920"/>
            <a:ext cx="316980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Hugging Face Transformers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314930" y="4208533"/>
            <a:ext cx="31698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Library for pre-trained models.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2363" y="5539588"/>
            <a:ext cx="616982" cy="616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37836" y="57341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spaCy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257480" y="5659433"/>
            <a:ext cx="45798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Linguistic analysis for error identification.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7913" y="2701954"/>
            <a:ext cx="616982" cy="6169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6558" y="284840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Gradio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342847" y="2838636"/>
            <a:ext cx="31698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user interface.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43C45C-B094-8A06-354A-B91C97707BF3}"/>
              </a:ext>
            </a:extLst>
          </p:cNvPr>
          <p:cNvSpPr/>
          <p:nvPr/>
        </p:nvSpPr>
        <p:spPr>
          <a:xfrm>
            <a:off x="12571516" y="7567865"/>
            <a:ext cx="2021305" cy="6015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97631"/>
            <a:ext cx="14630400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798" y="270641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3095387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63798" y="327969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Load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3798" y="3778329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Pre-trained Transformer-based grammar correction model.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6965" y="270641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6965" y="3095387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246965" y="3279696"/>
            <a:ext cx="300870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Grammar Correction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46965" y="3778329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Sequence-to-sequence generation for error fixing.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70641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3095387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9630132" y="3279696"/>
            <a:ext cx="294215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Compare Sentences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0132" y="3778329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differences between original and corrected text.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495050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3798" y="5339477"/>
            <a:ext cx="6327934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63798" y="5523786"/>
            <a:ext cx="288893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Identify Error Types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3798" y="6022419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NLP rules for specific grammar error classification.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495050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38549" y="5339477"/>
            <a:ext cx="6327934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7438549" y="55237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Display Results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8549" y="6022419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Web-based interface for user interaction.</a:t>
            </a:r>
            <a:endParaRPr lang="en-US" sz="1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C78237-63D4-B09E-06DB-3FA8293EF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285" y="7583567"/>
            <a:ext cx="202882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3063A-40C0-07A7-900D-0A73F701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2285" y="7583567"/>
            <a:ext cx="2028825" cy="609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0ABE7D-4128-8100-29DB-E2FE2FCAC0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9" r="7877"/>
          <a:stretch>
            <a:fillRect/>
          </a:stretch>
        </p:blipFill>
        <p:spPr>
          <a:xfrm>
            <a:off x="1635" y="1835856"/>
            <a:ext cx="14618825" cy="567877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F70D3BE-FD48-6E80-A307-4BCE17AB1E18}"/>
              </a:ext>
            </a:extLst>
          </p:cNvPr>
          <p:cNvSpPr/>
          <p:nvPr/>
        </p:nvSpPr>
        <p:spPr>
          <a:xfrm>
            <a:off x="0" y="720026"/>
            <a:ext cx="14630400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</a:rPr>
              <a:t>DEMO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6707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CDCE15-BE3F-C1A8-67B9-545A7398F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575" y="7592291"/>
            <a:ext cx="2028825" cy="60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5A11E06-B3F9-B2AC-2F5C-D3CB2F3DFE85}"/>
              </a:ext>
            </a:extLst>
          </p:cNvPr>
          <p:cNvSpPr/>
          <p:nvPr/>
        </p:nvSpPr>
        <p:spPr>
          <a:xfrm>
            <a:off x="0" y="1207368"/>
            <a:ext cx="14630400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</a:rPr>
              <a:t>SUBSEQUENT PLANS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F38F9F-7769-5C11-DD58-587B599C9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378" y="2802902"/>
            <a:ext cx="10395285" cy="26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Add a spelling correction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Support multiple languages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Combine all modules into a unified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Sans 3" panose="020B0604020202020204" charset="0"/>
              </a:rPr>
              <a:t>Deploy as a website or 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67357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E210-D4E6-7410-1277-3FBCE786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ECE404-224B-6884-FCDF-181FC153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575" y="7592291"/>
            <a:ext cx="2028825" cy="60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86EC7C8-BB72-5CD0-5FD7-7BA6100F7D6B}"/>
              </a:ext>
            </a:extLst>
          </p:cNvPr>
          <p:cNvSpPr/>
          <p:nvPr/>
        </p:nvSpPr>
        <p:spPr>
          <a:xfrm>
            <a:off x="0" y="1280876"/>
            <a:ext cx="14630400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</a:rPr>
              <a:t>REFERENCES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39D04-0E11-095B-125D-0EB6EEC2F139}"/>
              </a:ext>
            </a:extLst>
          </p:cNvPr>
          <p:cNvSpPr txBox="1"/>
          <p:nvPr/>
        </p:nvSpPr>
        <p:spPr>
          <a:xfrm>
            <a:off x="588201" y="3090797"/>
            <a:ext cx="9567325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hlinkClick r:id="rId3"/>
              </a:rPr>
              <a:t>Sequence Models | DeepLearning.AI</a:t>
            </a:r>
            <a:endParaRPr lang="en-US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hlinkClick r:id="rId4"/>
              </a:rPr>
              <a:t>Gen AI Foundational Models for NLP &amp; Language Understanding | IBM</a:t>
            </a:r>
            <a:endParaRPr lang="en-US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hlinkClick r:id="rId5"/>
              </a:rPr>
              <a:t>Generative AI and LLMs: Architecture and Data Preparation | IBM</a:t>
            </a:r>
            <a:endParaRPr lang="en-US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hlinkClick r:id="rId6"/>
              </a:rPr>
              <a:t>Generative AI Language Modeling with Transformers | IBM</a:t>
            </a:r>
            <a:endParaRPr lang="en-US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hlinkClick r:id="rId7"/>
              </a:rPr>
              <a:t>Generative AI Engineering and Fine-Tuning Transformers | IBM</a:t>
            </a:r>
            <a:endParaRPr lang="en-US" sz="2400" dirty="0"/>
          </a:p>
        </p:txBody>
      </p:sp>
      <p:pic>
        <p:nvPicPr>
          <p:cNvPr id="1026" name="Picture 2" descr="DeepLearning.AI - Learning Platform">
            <a:extLst>
              <a:ext uri="{FF2B5EF4-FFF2-40B4-BE49-F238E27FC236}">
                <a16:creationId xmlns:a16="http://schemas.microsoft.com/office/drawing/2014/main" id="{FBB03120-0053-D2CC-1447-07369AF1C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377" y="3272261"/>
            <a:ext cx="2279541" cy="227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IBM Logo PNG Image for Free">
            <a:extLst>
              <a:ext uri="{FF2B5EF4-FFF2-40B4-BE49-F238E27FC236}">
                <a16:creationId xmlns:a16="http://schemas.microsoft.com/office/drawing/2014/main" id="{6426D745-8231-5903-FB65-77E4F95DB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900" y="5288951"/>
            <a:ext cx="2962494" cy="128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9DB8CB-EE76-A115-0714-E8CCD84730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1675" y="2092235"/>
            <a:ext cx="3451616" cy="194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5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1D9C10-43BE-ADCF-5D12-81710D598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575" y="7592291"/>
            <a:ext cx="2028825" cy="60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F94024-D1FF-9C62-9662-EF2A8E8A7106}"/>
              </a:ext>
            </a:extLst>
          </p:cNvPr>
          <p:cNvSpPr/>
          <p:nvPr/>
        </p:nvSpPr>
        <p:spPr>
          <a:xfrm>
            <a:off x="0" y="3747352"/>
            <a:ext cx="14630400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09411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264</Words>
  <Application>Microsoft Office PowerPoint</Application>
  <PresentationFormat>Custom</PresentationFormat>
  <Paragraphs>56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Montserrat</vt:lpstr>
      <vt:lpstr>Montserrat Bold</vt:lpstr>
      <vt:lpstr>Montserrat Light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Muhammad Soban Zamir</cp:lastModifiedBy>
  <cp:revision>2</cp:revision>
  <dcterms:created xsi:type="dcterms:W3CDTF">2025-12-20T15:51:04Z</dcterms:created>
  <dcterms:modified xsi:type="dcterms:W3CDTF">2025-12-22T05:03:23Z</dcterms:modified>
</cp:coreProperties>
</file>